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Monitor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Administrator Training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device health  •  Email alerts  •  Firmware tracking  •  Performance metrics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Valley City State University  |  Capstone Project  |  March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Herzog Jr.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384048" cy="384048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089" y="1166409"/>
            <a:ext cx="245791" cy="2457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0972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Monitor Tracks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1645920"/>
            <a:ext cx="384048" cy="384048"/>
          </a:xfrm>
          <a:prstGeom prst="ellipse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089" y="1715049"/>
            <a:ext cx="245791" cy="245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6459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22960" y="2194560"/>
            <a:ext cx="384048" cy="384048"/>
          </a:xfrm>
          <a:prstGeom prst="ellipse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89" y="2263689"/>
            <a:ext cx="245791" cy="2457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1945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by Device Type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22960" y="2743200"/>
            <a:ext cx="384048" cy="384048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089" y="2812329"/>
            <a:ext cx="245791" cy="2457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2743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 System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822960" y="3291840"/>
            <a:ext cx="384048" cy="384048"/>
          </a:xfrm>
          <a:prstGeom prst="ellipse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089" y="3360969"/>
            <a:ext cx="245791" cy="24579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7320" y="32918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Exclusions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822960" y="3840480"/>
            <a:ext cx="384048" cy="384048"/>
          </a:xfrm>
          <a:prstGeom prst="ellipse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089" y="3909609"/>
            <a:ext cx="245791" cy="24579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417320" y="38404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Admin Portal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Monitor Tracks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across your entire UniFi stack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Data Sources, One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 API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UNVR Pro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Cameras (status, firmware, uptime)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NVR (CPU, memory, temp, storage)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74320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417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UNVR Pro :12445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Door access hubs (online status)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2743200" cy="548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API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417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Key Gen2+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points (CPU, mem, firmware)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Switches (CPU, temp, firmware)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Key (CPU, mem, uptime)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1422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metrics: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Online/offline status, CPU %, memory %, temperature, firmware version, uptime, NVR storage.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Walkthrough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monitoring interface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Monitoring Dashboard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548640"/>
            <a:ext cx="88696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Elements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875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Cards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Online, and Offline counts at a glance. Offline count turns red when devices are down.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74520"/>
            <a:ext cx="54864" cy="77724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47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Cards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shows: status dot (green/red), name, type, IP, firmware, uptime, and performance bars for CPU/memory.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54864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07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Buttons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device type to show only that category. 'All' returns to the full view. Offline devices always sort to the top.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9476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67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Auto-Refresh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refreshes from cached data every 30 seconds. Background poller hits the APIs every 2 minutes. Click Refresh for immediate update.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Performance Indicators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(OK)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Amber (Warning)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(Critical)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– 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– 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65°C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65°C – 80°C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80°C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25877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devices: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with a pulsing red dot and sorted to the top of the grid for immediate visibility.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33192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devices report all metrics: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hubs show only online status. Older APs may not report temperature. This is normal.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Alert System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notifications on device status changes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Email Alerts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Down Alert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when a device transitions from online to offline or unreachable. Includes device name, type, IP, and the status change.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39319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Notification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when a device transitions from offline back to online. Confirms the issue has resolved without manual intervention.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51760"/>
            <a:ext cx="54864" cy="13716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Alert Behavior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Cooldown: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window per device. If a device flaps, you only get one alert per hour (configurable).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Batching: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status changes in the same poll cycle are combined into one email.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run: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service restart, the first poll establishes a baseline — no alert flood.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43251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sent via Gmail SMTP with TLS encryption. Configure in config.py (SMTP settings).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2E509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 &amp; Exclusions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the monitor to your needs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Configuration Options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POLL_INTERVAL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often the monitor checks all APIs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ALERT_COOLDOWN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3600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gap between alerts for same device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SMTP_ENABLED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True after configuring Gmail app password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ALERT_TO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email recipients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EXCLUDED_DEVICES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names to hide from dashboard and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32278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nano /opt/unifi-monitor/config.py — then restart: sudo systemctl restart unifi-monitor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3959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list: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device names (case-insensitive) to EXCLUDED_DEVICES to hide noisy or non-critical devices.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156911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via Admin Portal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tab in the unified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Ways to Access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Standalone Dashboard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http://&lt;server-ip&gt;:5002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experience: device grid with filtering, CPU/memory/temperature bars, auto-refresh every 30 seconds.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3931920" cy="54864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Portal &gt; Monitor Tab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http://&lt;server-ip&gt;:8080#monitor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view: device list with status, firmware, uptime. Click "Full Dashboard" for the complete interface.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0449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required: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interfaces are accessible from the management VLAN without authentication.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full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http://&lt;ip&gt;:5002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via portal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http://&lt;ip&gt;:8080 &gt; Monitor tab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by device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filter buttons (Camera, NVR, Switch, etc.)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service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systemctl status unifi-monitor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journalctl -u unifi-monitor --since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configuration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nano /opt/unifi-monitor/config.py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email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test script from README.md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 after config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sudo systemctl restart unifi-monitor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attending.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Monitor Training</dc:title>
  <dc:subject>PptxGenJS Presentation</dc:subject>
  <dc:creator>Larry Herzog Jr.</dc:creator>
  <cp:lastModifiedBy>Larry Herzog Jr.</cp:lastModifiedBy>
  <cp:revision>1</cp:revision>
  <dcterms:created xsi:type="dcterms:W3CDTF">2026-04-08T15:12:20Z</dcterms:created>
  <dcterms:modified xsi:type="dcterms:W3CDTF">2026-04-08T15:12:20Z</dcterms:modified>
</cp:coreProperties>
</file>