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Camera Privacy Toggle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17830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Administrator Training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Temporarily disable cameras for privacy  •  Automated safety net  •  Group-based access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Valley City State University  |  Capstone Project  |  March 2026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45262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Larry Herzog Jr.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097280"/>
            <a:ext cx="384048" cy="384048"/>
          </a:xfrm>
          <a:prstGeom prst="ellipse">
            <a:avLst/>
          </a:prstGeom>
          <a:solidFill>
            <a:srgbClr val="3B82F6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2089" y="1166409"/>
            <a:ext cx="245791" cy="24579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09728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Camera Toggle Does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22960" y="1645920"/>
            <a:ext cx="384048" cy="384048"/>
          </a:xfrm>
          <a:prstGeom prst="ellipse">
            <a:avLst/>
          </a:prstGeom>
          <a:solidFill>
            <a:srgbClr val="2E509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089" y="1715049"/>
            <a:ext cx="245791" cy="24579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17320" y="164592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Privacy Mode Works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822960" y="2194560"/>
            <a:ext cx="384048" cy="384048"/>
          </a:xfrm>
          <a:prstGeom prst="ellipse">
            <a:avLst/>
          </a:prstGeom>
          <a:solidFill>
            <a:srgbClr val="1A2744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089" y="2263689"/>
            <a:ext cx="245791" cy="24579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17320" y="219456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Dashboard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822960" y="2743200"/>
            <a:ext cx="384048" cy="384048"/>
          </a:xfrm>
          <a:prstGeom prst="ellipse">
            <a:avLst/>
          </a:prstGeom>
          <a:solidFill>
            <a:srgbClr val="3B82F6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089" y="2812329"/>
            <a:ext cx="245791" cy="24579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17320" y="274320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Groups (URL-Based)</a:t>
            </a:r>
            <a:endParaRPr lang="en-US" sz="1500" dirty="0"/>
          </a:p>
        </p:txBody>
      </p:sp>
      <p:sp>
        <p:nvSpPr>
          <p:cNvPr id="15" name="Shape 9"/>
          <p:cNvSpPr/>
          <p:nvPr/>
        </p:nvSpPr>
        <p:spPr>
          <a:xfrm>
            <a:off x="822960" y="3291840"/>
            <a:ext cx="384048" cy="384048"/>
          </a:xfrm>
          <a:prstGeom prst="ellipse">
            <a:avLst/>
          </a:prstGeom>
          <a:solidFill>
            <a:srgbClr val="2E509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089" y="3360969"/>
            <a:ext cx="245791" cy="245791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417320" y="329184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Safety Net</a:t>
            </a:r>
            <a:endParaRPr lang="en-US" sz="1500" dirty="0"/>
          </a:p>
        </p:txBody>
      </p:sp>
      <p:sp>
        <p:nvSpPr>
          <p:cNvPr id="18" name="Shape 11"/>
          <p:cNvSpPr/>
          <p:nvPr/>
        </p:nvSpPr>
        <p:spPr>
          <a:xfrm>
            <a:off x="822960" y="3840480"/>
            <a:ext cx="384048" cy="384048"/>
          </a:xfrm>
          <a:prstGeom prst="ellipse">
            <a:avLst/>
          </a:prstGeom>
          <a:solidFill>
            <a:srgbClr val="1A2744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2089" y="3909609"/>
            <a:ext cx="245791" cy="245791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417320" y="384048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via Admin Portal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4023360" y="1371600"/>
            <a:ext cx="1097280" cy="1097280"/>
          </a:xfrm>
          <a:prstGeom prst="ellipse">
            <a:avLst/>
          </a:prstGeom>
          <a:solidFill>
            <a:srgbClr val="3B82F6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20870" y="1569110"/>
            <a:ext cx="702259" cy="70225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743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the Camera Toggle Does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Temporarily disable cameras for privacy-sensitive situations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 &amp; Solution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319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14400"/>
            <a:ext cx="393192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spaces occasionally need to serve as changing rooms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 must be disabled during these times for privacy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into Protect UI is cumbersome for quick toggles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of forgetting to re-enable cameras afterward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39319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914400"/>
            <a:ext cx="393192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097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Solution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37760" y="150876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toggle from a simple web dashboard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recording AND blacks out live feed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Restores original recording mode when re-enabled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safety net re-enables all cameras at 11 PM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822960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22783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http://&lt;server-ip&gt;:5000 (standalone) or http://&lt;server-ip&gt;:8080 &gt; Cameras tab (portal)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4023360" y="1371600"/>
            <a:ext cx="1097280" cy="1097280"/>
          </a:xfrm>
          <a:prstGeom prst="ellipse">
            <a:avLst/>
          </a:prstGeom>
          <a:solidFill>
            <a:srgbClr val="2E509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20870" y="1569110"/>
            <a:ext cx="702259" cy="70225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743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Privacy Mode Works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you toggle a camera off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Happens When You Toggle Off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14400"/>
            <a:ext cx="54864" cy="1463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51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Recording Stops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 mode is set to "never" — the NVR stops writing footage for this camera. No video is stored while the camera is off.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914400"/>
            <a:ext cx="54864" cy="1463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051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Feed Blacked Out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0" y="14173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full-frame privacy zone covers the entire view. Anyone opening the Protect app sees a black screen — no peeking.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651760"/>
            <a:ext cx="822960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834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You Toggle Back 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31546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recording mode is restored (e.g., if it was "motion" before, it goes back to "motion" — not forced to "always"). Privacy zone is removed. Camera resumes normal operation immediately. No reboot needed.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023360"/>
            <a:ext cx="822960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" y="405079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stays powered: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camera stays connected and powered during privacy mode. Restoration is instant — no boot cycle.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4023360" y="1371600"/>
            <a:ext cx="1097280" cy="1097280"/>
          </a:xfrm>
          <a:prstGeom prst="ellipse">
            <a:avLst/>
          </a:prstGeom>
          <a:solidFill>
            <a:srgbClr val="1A2744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20870" y="1569110"/>
            <a:ext cx="702259" cy="70225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743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the Dashboard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toggle interface walkthrough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Camera Dashboard</a:t>
            </a:r>
            <a:endParaRPr lang="en-US" sz="2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731520"/>
            <a:ext cx="5029200" cy="3017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0" y="731520"/>
            <a:ext cx="33832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Summary bar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camera count and how many are off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Camera cards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border = recording, Red border = off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Status badge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or OFF with recording mode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Toggle switch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= on, Red = off. Click to toggle.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Group badge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label shows which camera group you're viewing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Toggling a Camera Off</a:t>
            </a:r>
            <a:endParaRPr lang="en-US" sz="2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731520"/>
            <a:ext cx="5029200" cy="3017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0" y="731520"/>
            <a:ext cx="33832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by step: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Find the camera in the list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Click the green toggle switch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Switch turns red, label shows "OFF"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Toast confirms the action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Badge updates to OFF inline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re-enable: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red toggle — camera restores to its original recording mode.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57200" y="4023360"/>
            <a:ext cx="822960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0080" y="405079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green toast notification confirms the action. If an error occurs, a red toast appears and the toggle reverts.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4023360" y="1371600"/>
            <a:ext cx="1097280" cy="1097280"/>
          </a:xfrm>
          <a:prstGeom prst="ellipse">
            <a:avLst/>
          </a:prstGeom>
          <a:solidFill>
            <a:srgbClr val="3B82F6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20870" y="1569110"/>
            <a:ext cx="702259" cy="70225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743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Camera Groups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URL-based filtering for different administrators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URL-Based Camera Groups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You See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http://&lt;ip&gt;:5000/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group — all managed cameras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http://&lt;ip&gt;:5000/bob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cameras in Bob's group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http://&lt;ip&gt;:5000/alice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cameras in Alice's group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256032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Groups are defined in config.py under CAMERA_GROUPS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Each group key becomes a URL path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Non-default groups show a blue badge on the page title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Unknown group names return a 404 with available groups listed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toggle API works on any camera regardless of group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Groups filter the view only — not the permissions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4480560"/>
            <a:ext cx="822960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0080" y="450799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Portal: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portal's Cameras tab always shows ALL cameras (unfiltered). Use group URLs for role-specific views.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4023360" y="1371600"/>
            <a:ext cx="1097280" cy="1097280"/>
          </a:xfrm>
          <a:prstGeom prst="ellipse">
            <a:avLst/>
          </a:prstGeom>
          <a:solidFill>
            <a:srgbClr val="2E509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20870" y="1569110"/>
            <a:ext cx="702259" cy="70225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743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Nightly Safety Net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camera restoration at 11 PM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11 PM Safety Net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14400"/>
            <a:ext cx="54864" cy="201168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0584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cron job runs every night at 11:00 PM that: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Connects to the Protect controller independently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Checks every camera across ALL groups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Re-enables any camera with recording mode set to "never"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Clears any active privacy zones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Restores the default recording mode (configured in config.py)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ensures no camera is accidentally left off overnight.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3200400"/>
            <a:ext cx="822960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322783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run: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can run the safety net manually: .venv/bin/python3 ensure_all_on.py (or --dry-run to preview).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4023360" y="1371600"/>
            <a:ext cx="1097280" cy="1097280"/>
          </a:xfrm>
          <a:prstGeom prst="ellipse">
            <a:avLst/>
          </a:prstGeom>
          <a:solidFill>
            <a:srgbClr val="1A2744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20870" y="1569110"/>
            <a:ext cx="702259" cy="70225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743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Access via Admin Portal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URL for cameras, doors, and monitoring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 Portal — http://&lt;ip&gt;:8080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Camera Privacy Toggle is one of three tabs in the unified Admin Portal: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Cameras tab — the same toggle interface, showing all cameras (unfiltered)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Doors tab — door lock/unlock controls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Monitor tab — real-time hardware health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active tab persists across page refreshes. If one backend is down, the other tabs still work.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3017520"/>
            <a:ext cx="822960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304495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group-filtered views, use the standalone URLs (port 5000). The portal always shows the full camera list.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 Reference</a:t>
            </a:r>
            <a:endParaRPr lang="en-US" sz="2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5029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Disable a camera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Click the green toggle switch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Re-enable a camera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Click the red toggle switch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 a specific group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http://&lt;ip&gt;:5000/&lt;group_name&gt;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 via portal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http://&lt;ip&gt;:8080 &gt; Cameras tab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safety net log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tail -50 /var/log/camera-ensure.log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safety net manually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.venv/bin/python3 ensure_all_on.py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Restart the service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sudo systemctl restart camera-toggle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Questions?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attending.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Camera Privacy Toggle Training</dc:title>
  <dc:subject>PptxGenJS Presentation</dc:subject>
  <dc:creator>Larry Herzog Jr.</dc:creator>
  <cp:lastModifiedBy>Larry Herzog Jr.</cp:lastModifiedBy>
  <cp:revision>1</cp:revision>
  <dcterms:created xsi:type="dcterms:W3CDTF">2026-04-08T15:12:19Z</dcterms:created>
  <dcterms:modified xsi:type="dcterms:W3CDTF">2026-04-08T15:12:19Z</dcterms:modified>
</cp:coreProperties>
</file>